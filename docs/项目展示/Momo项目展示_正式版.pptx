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0b8c125595409c" /><Relationship Type="http://schemas.openxmlformats.org/officeDocument/2006/relationships/extended-properties" Target="/docProps/app.xml" Id="R4db8248970cd4333" /><Relationship Type="http://schemas.openxmlformats.org/officeDocument/2006/relationships/officeDocument" Target="/ppt/presentation.xml" Id="Rf540dc0e53b2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e24b43f99481c"/>
  </p:sldMasterIdLst>
  <p:notesMasterIdLst>
    <p:notesMasterId xmlns:r="http://schemas.openxmlformats.org/officeDocument/2006/relationships" r:id="R711af46e3cbb4a5c"/>
  </p:notesMasterIdLst>
  <p:sldIdLst>
    <p:sldId xmlns:r="http://schemas.openxmlformats.org/officeDocument/2006/relationships" id="256" r:id="R2f7f310f72af4bd6"/>
    <p:sldId xmlns:r="http://schemas.openxmlformats.org/officeDocument/2006/relationships" id="257" r:id="R5e8bd2c395224cfa"/>
    <p:sldId xmlns:r="http://schemas.openxmlformats.org/officeDocument/2006/relationships" id="258" r:id="R8cede2bfba81400c"/>
    <p:sldId xmlns:r="http://schemas.openxmlformats.org/officeDocument/2006/relationships" id="259" r:id="R3859ef6ab0f04b12"/>
    <p:sldId xmlns:r="http://schemas.openxmlformats.org/officeDocument/2006/relationships" id="260" r:id="R7530eeede0124b12"/>
    <p:sldId xmlns:r="http://schemas.openxmlformats.org/officeDocument/2006/relationships" id="261" r:id="Rcfd913d5120f4f2d"/>
    <p:sldId xmlns:r="http://schemas.openxmlformats.org/officeDocument/2006/relationships" id="262" r:id="Rf620ff3571254402"/>
    <p:sldId xmlns:r="http://schemas.openxmlformats.org/officeDocument/2006/relationships" id="263" r:id="R7e59b1dd45c04c64"/>
    <p:sldId xmlns:r="http://schemas.openxmlformats.org/officeDocument/2006/relationships" id="264" r:id="R988b706448ea4e7a"/>
    <p:sldId xmlns:r="http://schemas.openxmlformats.org/officeDocument/2006/relationships" id="265" r:id="R0f3a8a2c8ff34e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3a21208c34e60" /><Relationship Type="http://schemas.openxmlformats.org/officeDocument/2006/relationships/slideMaster" Target="/ppt/slideMasters/slideMaster1.xml" Id="R6cde24b43f99481c" /><Relationship Type="http://schemas.openxmlformats.org/officeDocument/2006/relationships/notesMaster" Target="/ppt/notesMasters/notesMaster1.xml" Id="R711af46e3cbb4a5c" /><Relationship Type="http://schemas.openxmlformats.org/officeDocument/2006/relationships/presProps" Target="/ppt/presProps.xml" Id="R962a22b790d04bc2" /><Relationship Type="http://schemas.openxmlformats.org/officeDocument/2006/relationships/tableStyles" Target="/ppt/tableStyles.xml" Id="R1623e73ded824116" /><Relationship Type="http://schemas.openxmlformats.org/officeDocument/2006/relationships/slide" Target="/ppt/slides/slide1.xml" Id="R2f7f310f72af4bd6" /><Relationship Type="http://schemas.openxmlformats.org/officeDocument/2006/relationships/slide" Target="/ppt/slides/slide2.xml" Id="R5e8bd2c395224cfa" /><Relationship Type="http://schemas.openxmlformats.org/officeDocument/2006/relationships/slide" Target="/ppt/slides/slide3.xml" Id="R8cede2bfba81400c" /><Relationship Type="http://schemas.openxmlformats.org/officeDocument/2006/relationships/slide" Target="/ppt/slides/slide4.xml" Id="R3859ef6ab0f04b12" /><Relationship Type="http://schemas.openxmlformats.org/officeDocument/2006/relationships/slide" Target="/ppt/slides/slide5.xml" Id="R7530eeede0124b12" /><Relationship Type="http://schemas.openxmlformats.org/officeDocument/2006/relationships/slide" Target="/ppt/slides/slide6.xml" Id="Rcfd913d5120f4f2d" /><Relationship Type="http://schemas.openxmlformats.org/officeDocument/2006/relationships/slide" Target="/ppt/slides/slide7.xml" Id="Rf620ff3571254402" /><Relationship Type="http://schemas.openxmlformats.org/officeDocument/2006/relationships/slide" Target="/ppt/slides/slide8.xml" Id="R7e59b1dd45c04c64" /><Relationship Type="http://schemas.openxmlformats.org/officeDocument/2006/relationships/slide" Target="/ppt/slides/slide9.xml" Id="R988b706448ea4e7a" /><Relationship Type="http://schemas.openxmlformats.org/officeDocument/2006/relationships/slide" Target="/ppt/slides/slide10.xml" Id="R0f3a8a2c8ff3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2508c954c41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aa581209f43f0" /><Relationship Type="http://schemas.openxmlformats.org/officeDocument/2006/relationships/notesMaster" Target="/ppt/notesMasters/notesMaster1.xml" Id="R5995abb73602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f94bb901a4860" /><Relationship Type="http://schemas.openxmlformats.org/officeDocument/2006/relationships/notesMaster" Target="/ppt/notesMasters/notesMaster1.xml" Id="R9d1faf70332948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2de84c881643fe" /><Relationship Type="http://schemas.openxmlformats.org/officeDocument/2006/relationships/notesMaster" Target="/ppt/notesMasters/notesMaster1.xml" Id="Rfe778f6912b14d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3df63388104472" /><Relationship Type="http://schemas.openxmlformats.org/officeDocument/2006/relationships/notesMaster" Target="/ppt/notesMasters/notesMaster1.xml" Id="R3af7d3f277f84d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263dc7ed64887" /><Relationship Type="http://schemas.openxmlformats.org/officeDocument/2006/relationships/notesMaster" Target="/ppt/notesMasters/notesMaster1.xml" Id="R28b735adbef347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e4fb837e464502" /><Relationship Type="http://schemas.openxmlformats.org/officeDocument/2006/relationships/notesMaster" Target="/ppt/notesMasters/notesMaster1.xml" Id="R7419b8f7380d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ddd8e294f2499a" /><Relationship Type="http://schemas.openxmlformats.org/officeDocument/2006/relationships/notesMaster" Target="/ppt/notesMasters/notesMaster1.xml" Id="Rc5a07bcd862247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e65634e1f64e10" /><Relationship Type="http://schemas.openxmlformats.org/officeDocument/2006/relationships/notesMaster" Target="/ppt/notesMasters/notesMaster1.xml" Id="R056ac743ffdb4c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97b9b729c24d47" /><Relationship Type="http://schemas.openxmlformats.org/officeDocument/2006/relationships/notesMaster" Target="/ppt/notesMasters/notesMaster1.xml" Id="Rcbe820ec01e641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5fc5cab5e042d5" /><Relationship Type="http://schemas.openxmlformats.org/officeDocument/2006/relationships/notesMaster" Target="/ppt/notesMasters/notesMaster1.xml" Id="Re6f195d3783d4f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 Mac 的桌面陪伴原型。房间图为本次截图局部。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主界面本次截取。界面为独立窗口原型，不宣称已有自由悬浮桌宠形态。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旋转只预览。S5 本身不开始语音，短按旋钮确认。睡觉无定时闹钟。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本次独立演示存档截图，鼠标操作，未连接实体设备。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截图为本地预设回复，不是模型输出。语音采用轮流对话，尚不支持抢话。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图为历史窄屏设置截图 docs/momo-voice-input-settings.png。无实板收音证明。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截图中日记来自本次喂食和本地文字聊天演示。现有日记不等于 AI 长期记忆。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历史验证来自项目文档，本轮只做展示资料和界面截图。合成音频多轮不代表真人验收。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全部为后续建议。历史语音截图存在人设不一致和 [smirk] 标签，可作为清理依据，不将其用作正面宣传。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原创产品建议，无用户留存或商业效果数据。优先级为基于当前产品的判断。</a:t>
            </a:r>
          </a:p>
          <a:p xmlns:a="http://schemas.openxmlformats.org/drawingml/2006/main">
            <a:r>
              <a:t>依据：当前 README.md、docs/VOICE-CHAT-VALIDATION.md、docs/KEYBOARD-VOICE-INPUT.md、docs/VOICE-SERVER-VALIDATION.md；2026-09-10，Git 7957fe1。截图来自项目真实界面，非实板验收。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0ff7c3824b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8c863f1744e0f" /><Relationship Type="http://schemas.openxmlformats.org/officeDocument/2006/relationships/slideLayout" Target="/ppt/slideLayouts/slideLayout1.xml" Id="R5989f1d2b69a4d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9f1d2b69a4d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14bbcfb484978" /><Relationship Type="http://schemas.openxmlformats.org/officeDocument/2006/relationships/image" Target="/ppt/media/image.png" Id="Rdbbbb882244e41ca" /><Relationship Type="http://schemas.openxmlformats.org/officeDocument/2006/relationships/notesSlide" Target="/ppt/notesSlides/notesSlide1.xml" Id="Rd51f2cd492f1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55042d7b44ca8" /><Relationship Type="http://schemas.openxmlformats.org/officeDocument/2006/relationships/image" Target="/ppt/media/image2.png" Id="R82575283706f44b0" /><Relationship Type="http://schemas.openxmlformats.org/officeDocument/2006/relationships/notesSlide" Target="/ppt/notesSlides/notesSlide2.xml" Id="R24fe1d3b9ab6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5bdd52f444492" /><Relationship Type="http://schemas.openxmlformats.org/officeDocument/2006/relationships/notesSlide" Target="/ppt/notesSlides/notesSlide3.xml" Id="R01e2ccf9b4ef46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717d094a440d2" /><Relationship Type="http://schemas.openxmlformats.org/officeDocument/2006/relationships/image" Target="/ppt/media/image3.png" Id="R12c6a7f86d284978" /><Relationship Type="http://schemas.openxmlformats.org/officeDocument/2006/relationships/notesSlide" Target="/ppt/notesSlides/notesSlide4.xml" Id="Ra973e6ffad7848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5db0bdc3740fe" /><Relationship Type="http://schemas.openxmlformats.org/officeDocument/2006/relationships/image" Target="/ppt/media/image4.png" Id="R5b9038abe9fd4d13" /><Relationship Type="http://schemas.openxmlformats.org/officeDocument/2006/relationships/notesSlide" Target="/ppt/notesSlides/notesSlide5.xml" Id="Rbf71139ee96c47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696c3b31e40db" /><Relationship Type="http://schemas.openxmlformats.org/officeDocument/2006/relationships/image" Target="/ppt/media/image5.png" Id="R8751cb567e8f4bfc" /><Relationship Type="http://schemas.openxmlformats.org/officeDocument/2006/relationships/notesSlide" Target="/ppt/notesSlides/notesSlide6.xml" Id="R75c3ecf8614e48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1815b2171443d" /><Relationship Type="http://schemas.openxmlformats.org/officeDocument/2006/relationships/image" Target="/ppt/media/image6.png" Id="Re7fc250e181e4287" /><Relationship Type="http://schemas.openxmlformats.org/officeDocument/2006/relationships/notesSlide" Target="/ppt/notesSlides/notesSlide7.xml" Id="Rc2f13b3aa9cf4c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d609d9e804514" /><Relationship Type="http://schemas.openxmlformats.org/officeDocument/2006/relationships/notesSlide" Target="/ppt/notesSlides/notesSlide8.xml" Id="R6477b7c2eea746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eb45e61544030" /><Relationship Type="http://schemas.openxmlformats.org/officeDocument/2006/relationships/notesSlide" Target="/ppt/notesSlides/notesSlide9.xml" Id="Rd7a7d3a0f12346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35d93f86b4f56" /><Relationship Type="http://schemas.openxmlformats.org/officeDocument/2006/relationships/notesSlide" Target="/ppt/notesSlides/notesSlide10.xml" Id="R8d56fbbd0e97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70F9B-9338-4B7E-B7FF-8400EE06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E9B2E-2D3C-419C-B7F3-F4D0269E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Momo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652-097B-4937-B57F-BDFAD3C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EasyInput 桌面宠物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B861F-1BDA-4D46-AD79-0FED4153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八颗按键，一个旋钮</a:t>
            </a:r>
          </a:p>
          <a:p xmlns:a="http://schemas.openxmlformats.org/drawingml/2006/main">
            <a:pPr>
              <a:defRPr sz="225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和你一起过普通的小日子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bb882244e41ca"/>
          <a:stretch xmlns:a="http://schemas.openxmlformats.org/drawingml/2006/main"/>
        </p:blipFill>
        <p:spPr>
          <a:xfrm xmlns:a="http://schemas.openxmlformats.org/drawingml/2006/main">
            <a:off x="5857875" y="1597635"/>
            <a:ext cx="5857875" cy="33769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DF526-BB8D-46EF-AF4A-E2BBA35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项目展示  /  2026.09</a:t>
            </a:r>
          </a:p>
        </p:txBody>
      </p:sp>
    </p:spTree>
    <p:extLst>
      <p:ext uri="{BB962C8B-B14F-4D97-AF65-F5344CB8AC3E}">
        <p14:creationId xmlns:p14="http://schemas.microsoft.com/office/powerpoint/2010/main" val="798737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94207-EFAF-4914-AAB2-4D3F71C6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一只住在桌面的小伙伴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B8A0F-4697-4B91-AE66-8503EA7F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75283706f44b0"/>
          <a:stretch xmlns:a="http://schemas.openxmlformats.org/drawingml/2006/main"/>
        </p:blipFill>
        <p:spPr>
          <a:xfrm xmlns:a="http://schemas.openxmlformats.org/drawingml/2006/main">
            <a:off x="1183886" y="1381125"/>
            <a:ext cx="6728604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D0C5A-954A-4B0A-8A79-E2159552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57375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轻松陪伴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B1F79-7556-4AAF-BB31-96D53AA1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短暂休息时</a:t>
            </a:r>
          </a:p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喂食、换装、聊天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72DBC-AD4B-4E6F-9415-1851F7A7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81500"/>
            <a:ext cx="261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没有硬件</a:t>
            </a:r>
          </a:p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鼠标键盘也能玩</a:t>
            </a:r>
          </a:p>
        </p:txBody>
      </p:sp>
    </p:spTree>
    <p:extLst>
      <p:ext uri="{BB962C8B-B14F-4D97-AF65-F5344CB8AC3E}">
        <p14:creationId xmlns:p14="http://schemas.microsoft.com/office/powerpoint/2010/main" val="1742437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9A16D-1EF0-4148-B2EC-3DE5803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八个按键，各有一个小日常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971FB-EC62-4CDB-B4FD-C34D584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F1300-AC50-4ED5-A573-CAABFD36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S1  喂食</a:t>
            </a:r>
          </a:p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S2  摸摸</a:t>
            </a:r>
          </a:p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S3  训练</a:t>
            </a:r>
          </a:p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S4  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D3CE0-D43B-4A82-899A-81D94BA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S5  聊天</a:t>
            </a:r>
          </a:p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S6  装扮</a:t>
            </a:r>
          </a:p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S7  音乐</a:t>
            </a:r>
          </a:p>
          <a:p xmlns:a="http://schemas.openxmlformats.org/drawingml/2006/main">
            <a:pPr>
              <a:def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S8  睡觉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BD0A5-1BEE-496D-8174-F8370327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按键选择活动，旋转挑选选项，按下旋钮确认</a:t>
            </a:r>
          </a:p>
        </p:txBody>
      </p:sp>
    </p:spTree>
    <p:extLst>
      <p:ext uri="{BB962C8B-B14F-4D97-AF65-F5344CB8AC3E}">
        <p14:creationId xmlns:p14="http://schemas.microsoft.com/office/powerpoint/2010/main" val="60573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F71F4-BE3B-4208-9BB6-A0DFF7D7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一次操作，一点回应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31459-4E95-4511-B4E7-FD20E35F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6a7f86d284978"/>
          <a:stretch xmlns:a="http://schemas.openxmlformats.org/drawingml/2006/main"/>
        </p:blipFill>
        <p:spPr>
          <a:xfrm xmlns:a="http://schemas.openxmlformats.org/drawingml/2006/main">
            <a:off x="1183886" y="1381125"/>
            <a:ext cx="6728604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0FDD3-EA8A-40CB-8916-FF0DA11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喂一块曲奇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88854-5247-418F-8C63-4E3A18F1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Momo 给出回应</a:t>
            </a:r>
          </a:p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饱腹感随之变化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D8F9-C0DA-45BF-864B-16F8DD37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6245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预览与确认分开</a:t>
            </a:r>
          </a:p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保留旋钮选择的乐趣</a:t>
            </a:r>
          </a:p>
        </p:txBody>
      </p:sp>
    </p:spTree>
    <p:extLst>
      <p:ext uri="{BB962C8B-B14F-4D97-AF65-F5344CB8AC3E}">
        <p14:creationId xmlns:p14="http://schemas.microsoft.com/office/powerpoint/2010/main" val="493543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FF32E-C162-46CC-8BAB-C5C2EC94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聊天，也可以直接开口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F6633-9839-4E88-932D-A10D3F47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038abe9fd4d13"/>
          <a:stretch xmlns:a="http://schemas.openxmlformats.org/drawingml/2006/main"/>
        </p:blipFill>
        <p:spPr>
          <a:xfrm xmlns:a="http://schemas.openxmlformats.org/drawingml/2006/main">
            <a:off x="609600" y="1411741"/>
            <a:ext cx="4524375" cy="465364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09CA1-9652-4C80-8352-E94937B8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0495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文字陪伴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FE62-0993-40F7-9114-A53531C1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1455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默认使用明确标注的本地预设回复</a:t>
            </a:r>
          </a:p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配置服务后可启用真实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800D4-C6CE-44F0-BB73-A5F4FAE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528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语音对话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325A3-8D6E-460C-A491-1F5BBF72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52875"/>
            <a:ext cx="547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说完自动断句，回答从电脑播放</a:t>
            </a:r>
          </a:p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回复结束后恢复倾听</a:t>
            </a:r>
          </a:p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关闭弹窗后仍可继续对话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130F8-64F5-43B4-A3DC-5933F9F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578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E7C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C68"/>
                </a:solidFill>
                <a:latin typeface="PingFang SC"/>
                <a:ea typeface="PingFang SC"/>
                <a:cs typeface="PingFang SC"/>
              </a:rPr>
              <a:t>语音需配置服务，真人连续三轮体验待验收</a:t>
            </a:r>
          </a:p>
        </p:txBody>
      </p:sp>
    </p:spTree>
    <p:extLst>
      <p:ext uri="{BB962C8B-B14F-4D97-AF65-F5344CB8AC3E}">
        <p14:creationId xmlns:p14="http://schemas.microsoft.com/office/powerpoint/2010/main" val="16517347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CF584-C18A-4147-9372-73CF6828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设备连接与声音选择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1C608-A2B3-49BF-AA78-4DDE6550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1cb567e8f4bfc"/>
          <a:stretch xmlns:a="http://schemas.openxmlformats.org/drawingml/2006/main"/>
        </p:blipFill>
        <p:spPr>
          <a:xfrm xmlns:a="http://schemas.openxmlformats.org/drawingml/2006/main">
            <a:off x="1020778" y="1381125"/>
            <a:ext cx="224469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61C36-0D9D-41BF-99B7-C6E1758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USB 与应用内蓝牙控制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B7847-3857-4885-A390-5FD333F2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已有真实 BLE 连接与电量上报记录</a:t>
            </a:r>
          </a:p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电量由电压估算，精度仍需打磨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7EAE7-5B86-423E-958B-7BD2790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麦克风可以选择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D5DAD-AEFC-494F-AAE8-D64CD857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95775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电脑麦克风，或原生 USB 板载麦克风</a:t>
            </a:r>
          </a:p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BLE 不传语音，回复仍由电脑播放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91D07-DE17-40D6-BDFD-7EBFAE4A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0225"/>
            <a:ext cx="700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7C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7C68"/>
                </a:solidFill>
                <a:latin typeface="PingFang SC"/>
                <a:ea typeface="PingFang SC"/>
                <a:cs typeface="PingFang SC"/>
              </a:rPr>
              <a:t>0.5.0 已写入并校验，板载真实收音仍待验证</a:t>
            </a:r>
          </a:p>
        </p:txBody>
      </p:sp>
    </p:spTree>
    <p:extLst>
      <p:ext uri="{BB962C8B-B14F-4D97-AF65-F5344CB8AC3E}">
        <p14:creationId xmlns:p14="http://schemas.microsoft.com/office/powerpoint/2010/main" val="782505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BD996-17C9-4544-8348-20E9A6D5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把小日常留下来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9CE38-7127-43ED-B2F4-A7D2BC75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c250e181e4287"/>
          <a:stretch xmlns:a="http://schemas.openxmlformats.org/drawingml/2006/main"/>
        </p:blipFill>
        <p:spPr>
          <a:xfrm xmlns:a="http://schemas.openxmlformats.org/drawingml/2006/main">
            <a:off x="696115" y="1666875"/>
            <a:ext cx="5942021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0ACA9-2805-4489-BB90-65BB6C88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陪伴日记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B7A68-39A2-4C88-95BE-E6B338A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互动后留下简短记录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本机保留最近 200 条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支持导出 Markdown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FD0C9-A83D-43DC-B240-2BAE3A3C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863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E7C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E7C68"/>
                </a:solidFill>
                <a:latin typeface="PingFang SC"/>
                <a:ea typeface="PingFang SC"/>
                <a:cs typeface="PingFang SC"/>
              </a:rPr>
              <a:t>原文字聊天日记不存正文</a:t>
            </a:r>
          </a:p>
          <a:p xmlns:a="http://schemas.openxmlformats.org/drawingml/2006/main">
            <a:pPr>
              <a:defRPr sz="1725" b="0">
                <a:solidFill>
                  <a:srgbClr val="6E7C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E7C68"/>
                </a:solidFill>
                <a:latin typeface="PingFang SC"/>
                <a:ea typeface="PingFang SC"/>
                <a:cs typeface="PingFang SC"/>
              </a:rPr>
              <a:t>语音服务有独立历史记录</a:t>
            </a:r>
          </a:p>
        </p:txBody>
      </p:sp>
    </p:spTree>
    <p:extLst>
      <p:ext uri="{BB962C8B-B14F-4D97-AF65-F5344CB8AC3E}">
        <p14:creationId xmlns:p14="http://schemas.microsoft.com/office/powerpoint/2010/main" val="973090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81779-575E-496C-8735-D2FF68EA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当前进展与下一步验收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4B072-C161-4E02-844E-1BBA878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4DE8B-E779-43CE-ACEA-74336521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已有基础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699A8-2ACC-47AB-A911-1113AC0C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238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桌宠活动、装扮与日记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USB / BLE 控制与操作音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语音聊天、后台会话和音源选择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配套语音服务端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6E86C-4003-4215-940F-3E8601E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仍需确认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6DC4C-5E62-4571-B651-93973C1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真人麦克风连续三轮体验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0.5.0 重启运行与板载收音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八键与旋钮的完整实体验收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全新电脑安装、签名与公证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8863F-32F6-4BED-AD6E-3C51BB0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定位：可运行的开发原型</a:t>
            </a:r>
          </a:p>
        </p:txBody>
      </p:sp>
    </p:spTree>
    <p:extLst>
      <p:ext uri="{BB962C8B-B14F-4D97-AF65-F5344CB8AC3E}">
        <p14:creationId xmlns:p14="http://schemas.microsoft.com/office/powerpoint/2010/main" val="1217406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4D33D-0D06-47D1-8028-23DD615C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接下来，先把体验做细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431FD-A872-4039-9B6A-561141E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8BD13-2F6A-4804-8E28-C5F11FCE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01  语音可靠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0C7C8-2B9D-442B-8A46-89CB26E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09725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真人三轮、噪声和断线测试，停止采集要明确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2AA41-6FBF-4966-BE6F-770BF0C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02  人设统一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69E1F-607B-4986-B75E-3AFB94C5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57475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文字与语音保持相同语气，去掉突兀的角色标签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934D-9C6F-4F7F-826D-02F9EF24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03  操作自然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04C2E-9C22-4809-A498-AD05993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选中、预览、确认各有反馈，旋钮连续操作不误触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AD96E-49A8-4BDF-A8C2-1D700BC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04  上手简单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51B1C-2FC3-4B36-93EA-DD3A0CC2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52975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减少安装步骤，说明权限与连接失败的恢复方法</a:t>
            </a:r>
          </a:p>
        </p:txBody>
      </p:sp>
    </p:spTree>
    <p:extLst>
      <p:ext uri="{BB962C8B-B14F-4D97-AF65-F5344CB8AC3E}">
        <p14:creationId xmlns:p14="http://schemas.microsoft.com/office/powerpoint/2010/main" val="2029749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88D9A-81DE-4F86-9685-DBBDDF9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值得尝试的新玩法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35213-7A24-4F43-A3F3-D2A2279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2927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F1484-7470-44CB-90D6-C360C85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B795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4B795B"/>
                </a:solidFill>
                <a:latin typeface="PingFang SC"/>
                <a:ea typeface="PingFang SC"/>
                <a:cs typeface="PingFang SC"/>
              </a:rPr>
              <a:t>优先探索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62276-D99A-4CA3-93E4-C58213E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一起专注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5100E-7024-4369-B743-B808564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专注时安静陪伴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结束后提醒休息，留下小纪念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11428-C238-4F04-B33F-E6D3EC96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探索明信片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4960A-501E-41DA-BA75-7F474F5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给现有探索加入可收藏故事</a:t>
            </a:r>
          </a:p>
          <a:p xmlns:a="http://schemas.openxmlformats.org/drawingml/2006/main">
            <a:pPr>
              <a:def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每周遇见一点新内容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AD465-2DB9-4EC8-8DFE-A5C4B6CC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4B40"/>
                </a:solidFill>
                <a:latin typeface="PingFang SC"/>
                <a:ea typeface="PingFang SC"/>
                <a:cs typeface="PingFang SC"/>
              </a:rPr>
              <a:t>后续可扩展房间装饰、可管理的共同记忆和节奏合奏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F0B90-5E9E-4BFC-8AF5-2E033469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E7C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C68"/>
                </a:solidFill>
                <a:latin typeface="PingFang SC"/>
                <a:ea typeface="PingFang SC"/>
                <a:cs typeface="PingFang SC"/>
              </a:rPr>
              <a:t>以上为玩法提案，尚未实现</a:t>
            </a:r>
          </a:p>
        </p:txBody>
      </p:sp>
    </p:spTree>
    <p:extLst>
      <p:ext uri="{BB962C8B-B14F-4D97-AF65-F5344CB8AC3E}">
        <p14:creationId xmlns:p14="http://schemas.microsoft.com/office/powerpoint/2010/main" val="565200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2026-09-10T00:14:08.0160000Z</dcterms:created>
  <dcterms:modified xsi:type="dcterms:W3CDTF">2026-09-10T00:14:08.0160000Z</dcterms:modified>
</coreProperties>
</file>